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01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</a:rPr>
              <a:t>HCI Focus — Google Earth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</a:rPr>
              <a:t>Human-Computer Interaction: how the interface lets the user control and navigate the 3D space</a:t>
            </a:r>
            <a:endParaRPr lang="en-US" sz="1400" dirty="0"/>
          </a:p>
        </p:txBody>
      </p:sp>
      <p:pic>
        <p:nvPicPr>
          <p:cNvPr id="4" name="Image 0" descr="hci_annotated.png"/>
          <p:cNvPicPr>
            <a:picLocks noChangeAspect="1"/>
          </p:cNvPicPr>
          <p:nvPr/>
        </p:nvPicPr>
        <p:blipFill rotWithShape="1">
          <a:blip r:embed="rId3"/>
          <a:srcRect t="3867"/>
          <a:stretch/>
        </p:blipFill>
        <p:spPr>
          <a:xfrm>
            <a:off x="457200" y="1280160"/>
            <a:ext cx="8778240" cy="47468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C"/>
                </a:solidFill>
              </a:rPr>
              <a:t>1  </a:t>
            </a:r>
            <a:r>
              <a:rPr lang="en-US" sz="1500" b="1" dirty="0">
                <a:solidFill>
                  <a:srgbClr val="1A2B4C"/>
                </a:solidFill>
              </a:rPr>
              <a:t>Search Bar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0" y="15727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Lets the user jump straight to any place on Earth by typing its name, instead of manually scrolling and zooming.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C"/>
                </a:solidFill>
              </a:rPr>
              <a:t>2  </a:t>
            </a:r>
            <a:r>
              <a:rPr lang="en-US" sz="1500" b="1" dirty="0">
                <a:solidFill>
                  <a:srgbClr val="1A2B4C"/>
                </a:solidFill>
              </a:rPr>
              <a:t>Zoom Controls (+ / -)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31729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Give direct, incremental control over how close the camera sits to the surface — a clear, always-visible affordance.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C"/>
                </a:solidFill>
              </a:rPr>
              <a:t>3  </a:t>
            </a:r>
            <a:r>
              <a:rPr lang="en-US" sz="1500" b="1" dirty="0">
                <a:solidFill>
                  <a:srgbClr val="1A2B4C"/>
                </a:solidFill>
              </a:rPr>
              <a:t>3D View Toggle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47731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Switches between a flat 2D map and the full 3D globe, letting the user choose the interaction mode that fits their task.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</a:rPr>
              <a:t>CG Focus — Google Earth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</a:rPr>
              <a:t>Computer Graphics: how rendering techniques build the illusion of a real 3D planet</a:t>
            </a:r>
            <a:endParaRPr lang="en-US" sz="1400" dirty="0"/>
          </a:p>
        </p:txBody>
      </p:sp>
      <p:pic>
        <p:nvPicPr>
          <p:cNvPr id="4" name="Image 0" descr="cg_annotated.png"/>
          <p:cNvPicPr>
            <a:picLocks noChangeAspect="1"/>
          </p:cNvPicPr>
          <p:nvPr/>
        </p:nvPicPr>
        <p:blipFill rotWithShape="1">
          <a:blip r:embed="rId3"/>
          <a:srcRect t="4049"/>
          <a:stretch/>
        </p:blipFill>
        <p:spPr>
          <a:xfrm>
            <a:off x="457200" y="1280160"/>
            <a:ext cx="8778240" cy="47378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1E1E"/>
                </a:solidFill>
              </a:rPr>
              <a:t>1  </a:t>
            </a:r>
            <a:r>
              <a:rPr lang="en-US" sz="1500" b="1" dirty="0">
                <a:solidFill>
                  <a:srgbClr val="1A2B4C"/>
                </a:solidFill>
              </a:rPr>
              <a:t>Texture Mapping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0" y="15727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Real satellite-photo textures are wrapped onto the globe's mesh, giving continents, oceans and clouds a photorealistic look.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1E1E"/>
                </a:solidFill>
              </a:rPr>
              <a:t>2  </a:t>
            </a:r>
            <a:r>
              <a:rPr lang="en-US" sz="1500" b="1" dirty="0">
                <a:solidFill>
                  <a:srgbClr val="1A2B4C"/>
                </a:solidFill>
              </a:rPr>
              <a:t>Light Source &amp; Shading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31729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 simulated sun angle lights one side of the globe while the other falls into shadow, giving the flat image a sense of solid, rounded form.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1E1E"/>
                </a:solidFill>
              </a:rPr>
              <a:t>3  </a:t>
            </a:r>
            <a:r>
              <a:rPr lang="en-US" sz="1500" b="1" dirty="0">
                <a:solidFill>
                  <a:srgbClr val="1A2B4C"/>
                </a:solidFill>
              </a:rPr>
              <a:t>Perspective Camera &amp; Depth Cues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47731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The star field, curvature of the sphere, and live camera-distance readout all reinforce that the viewer is floating in 3D space, not looking at a flat map.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</a:rPr>
              <a:t>Reflection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DC"/>
                </a:solidFill>
              </a:rPr>
              <a:t>1. How does Computer Graphics quality help or hinder interaction?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Google Earth's realistic lighting and photo-texture rendering make the experience more immersive and help users judge terrain, scale and location intuitively at a glance. However, this same realism can hinder interaction on slower devices or connections — heavy 3D rendering causes lag when rotating or zooming, which can make simple navigation feel sluggish and frustrating.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1E1E"/>
                </a:solidFill>
              </a:rPr>
              <a:t>2. One simple HCI change to improve the interface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Add a small, permanent on-screen label under the zoom and 3D-toggle icons (instead of icon-only buttons). Many controls currently rely on the user hovering to guess their function; short text labels would reduce the learning curve for new users and make the toolbar's purpose clear immediately.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</a:rPr>
              <a:t>App used: Google Earth (Web) — interactive 3D globe visualization tool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366</Words>
  <Application>Microsoft Office PowerPoint</Application>
  <PresentationFormat>Widescreen</PresentationFormat>
  <Paragraphs>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2026-09-10T19:16:58Z</dcterms:created>
  <dcterms:modified xsi:type="dcterms:W3CDTF">2026-09-10T19:26:26Z</dcterms:modified>
</cp:coreProperties>
</file>